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000">
          <a:latin typeface="+mn-lt"/>
          <a:ea typeface="+mn-ea"/>
        </a:defRPr>
      </a:lvl1pPr>
    </p:titleStyle>
    <p:bodyStyle>
      <a:lvl1pPr>
        <a:defRPr sz="1800">
          <a:latin typeface="+mn-lt"/>
          <a:ea typeface="+mn-ea"/>
        </a:defRPr>
      </a:lvl1pPr>
    </p:bodyStyle>
    <p:otherStyle>
      <a:lvl1pPr>
        <a:defRPr sz="1200">
          <a:latin typeface="+mn-lt"/>
          <a:ea typeface="+mn-ea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표지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문제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핵심 주장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무엇을 보여줬나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숫자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무엇을 약속했나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일정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한계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결론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출처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22303C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4A7C99"/>
          </a:solidFill>
          <a:ln>
            <a:noFill/>
          </a:ln>
        </p:spPr>
      </p:sp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381000"/>
          </a:xfrm>
        </p:spPr>
        <p:txBody>
          <a:bodyPr anchor="ctr"/>
          <a:lstStyle/>
          <a:p>
            <a:r>
              <a:rPr lang="ko-KR" sz="2000" b="0">
                <a:solidFill>
                  <a:srgbClr val="F4F6F8"/>
                </a:solidFill>
                <a:latin typeface="Arial"/>
                <a:ea typeface="Malgun Gothic"/>
              </a:rPr>
              <a:t>감사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 judged">
  <a:themeElements>
    <a:clrScheme name="Sample judged">
      <a:dk1>
        <a:sysClr val="windowText" lastClr="1C1F23"/>
      </a:dk1>
      <a:lt1>
        <a:sysClr val="window" lastClr="FFFFFF"/>
      </a:lt1>
      <a:dk2>
        <a:srgbClr val="22303C"/>
      </a:dk2>
      <a:lt2>
        <a:srgbClr val="EEF1F4"/>
      </a:lt2>
      <a:accent1>
        <a:srgbClr val="4A7C99"/>
      </a:accent1>
      <a:accent2>
        <a:srgbClr val="8A9AA8"/>
      </a:accent2>
      <a:accent3>
        <a:srgbClr val="5E6670"/>
      </a:accent3>
      <a:accent4>
        <a:srgbClr val="B8C3CD"/>
      </a:accent4>
      <a:accent5>
        <a:srgbClr val="2E5A73"/>
      </a:accent5>
      <a:accent6>
        <a:srgbClr val="C9D1DA"/>
      </a:accent6>
      <a:hlink>
        <a:srgbClr val="2E5A73"/>
      </a:hlink>
      <a:folHlink>
        <a:srgbClr val="5E6670"/>
      </a:folHlink>
    </a:clrScheme>
    <a:fontScheme name="Sample judged">
      <a:majorFont>
        <a:latin typeface="Arial"/>
        <a:ea typeface="Malgun Gothic"/>
        <a:cs typeface=""/>
      </a:majorFont>
      <a:minorFont>
        <a:latin typeface="Arial"/>
        <a:ea typeface="Malgun Gothic"/>
        <a:cs typeface=""/>
      </a:minorFont>
    </a:fontScheme>
    <a:fmtScheme name="Sample judge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pt-maker sample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샘플 심사 템플릿</dc:title>
  <dc:creator>pt-maker sample</dc:creator>
  <dc:description>Neutral synthetic judged-deck template for the pt-maker example. Not any real contest template.</dc:description>
  <dcterms:created xsi:type="dcterms:W3CDTF">2026-10-19T00:00:00Z</dcterms:created>
</cp:coreProperties>
</file>